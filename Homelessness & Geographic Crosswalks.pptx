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2" r:id="rId6"/>
    <p:sldId id="260" r:id="rId7"/>
    <p:sldId id="261" r:id="rId8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36" autoAdjust="0"/>
    <p:restoredTop sz="94660"/>
  </p:normalViewPr>
  <p:slideViewPr>
    <p:cSldViewPr snapToGrid="0">
      <p:cViewPr varScale="1">
        <p:scale>
          <a:sx n="56" d="100"/>
          <a:sy n="56" d="100"/>
        </p:scale>
        <p:origin x="1374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06ACE0-035C-19CC-FF23-D9A0B0D2FAA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FE2785F-3CC6-F097-F79F-F5734CF89DA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B153A35-B554-7E8C-3F30-517842B4B54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6692-388A-431E-AE5D-309E31E2A9D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0F21805-5231-15B7-E600-4FAAC10509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DEA43A-95E7-AB76-F765-853A7638B2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6715-1ABA-467E-807F-007036969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592610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965B7D-836B-F8AF-56F3-F4D986CEDE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FA22A1C-161D-F073-DDB3-DD01502EE0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6F2D2E-D741-D1C0-3C8E-9B58EA6FD4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6692-388A-431E-AE5D-309E31E2A9D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B56A266-0A26-F716-573A-DFAB117E56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3605BFC-3F5A-C91A-E85D-4555F05E73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6715-1ABA-467E-807F-007036969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630129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B60570-E4A4-12EC-FD40-BCD9AC1EA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67533B1-EF2B-AE3A-994E-0B25DF6E85A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FE8341D-4658-8D3A-04EE-C3DFCF1E35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6692-388A-431E-AE5D-309E31E2A9D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000223B-9C1C-77E6-4E8E-E35AE437A9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21B19AF-00FD-6DE9-2DB4-79CDE53BE6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6715-1ABA-467E-807F-007036969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25520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C612D7-9E4A-6448-412B-459BA3422AC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FAFC76F-6EDD-D254-DA51-CEA580A53E4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B4C055-BD6C-11EE-8349-561CA494635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B0881D4-1432-2482-BCB2-3EA7A3F9DF2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6692-388A-431E-AE5D-309E31E2A9D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6519978-3C38-D205-CE2B-6786C0C959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7294FBA-DB25-DE1B-D7ED-54C95AE832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6715-1ABA-467E-807F-007036969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914355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AA1B7EC-05DC-FD7A-2178-0459E52B8F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3A6B16D-92BC-D982-3C47-E1F9FE77962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B84AB0A-6C1F-3468-D01C-A3ADB8867613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024991-E7D7-B697-49D1-ED6BF98765B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02CF956-CAD0-6D69-2AF8-92660DA7BB9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F336192-249B-1B5B-64D4-60B59A8A392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6692-388A-431E-AE5D-309E31E2A9D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B9DEB77-B657-C879-0333-249621148E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7AF1E47-9781-3F74-87B5-029B93383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6715-1ABA-467E-807F-007036969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44847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7D1A8DA-F2E3-85EF-8A10-D52D12E2C3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1812155B-F6DE-60E7-A08C-B3C76DDF9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6692-388A-431E-AE5D-309E31E2A9D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F283A66-EE6F-543C-EBD3-0933C98EF2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E1BDB63-EF96-EB8B-B0E2-B30106A6E6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6715-1ABA-467E-807F-007036969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7050495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4D0A5D0-9CE3-F4A7-4F48-2379D0FCC4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6692-388A-431E-AE5D-309E31E2A9D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769E0CC-9533-4C2D-B967-09C73CE6C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037608D-01B4-8DBE-3AA8-B9436E2B3C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6715-1ABA-467E-807F-007036969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89718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6609DD3-C9BF-30EF-56D7-2F2AD6DC50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A8A4977-1BC2-2AD3-BE93-8E5068B4521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3909E43-EDDD-FF32-FA36-0A946569122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12E1B3-8607-CEA3-F7C6-0C51F29FD7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6692-388A-431E-AE5D-309E31E2A9D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6ED59B0-C726-99E1-D1DD-3B3C1331473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660936F-52C1-4591-EC86-C31A21AC24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6715-1ABA-467E-807F-007036969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38182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109C9C-4522-05E6-FD7E-44A226B59C8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A759E9C-9FB6-BD57-B40C-35466D57CC9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9644819-5BB6-641B-A605-F87DE74066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845B000-9188-BCC8-8250-1583F324CD5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6692-388A-431E-AE5D-309E31E2A9D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0F80F66-2061-BCC0-2A79-117E6A996B7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B012098-133C-DAED-61AC-513EE7C601A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6715-1ABA-467E-807F-007036969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53218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41F604-8A50-F18D-0A74-BD60C89972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C49406E-C3D7-843B-B608-AD876C469B8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E20636-35A9-B4DC-1C77-FA0CB03EE8C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6692-388A-431E-AE5D-309E31E2A9D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06F3B07-7E4D-B9F6-41C0-2B5F82001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4011D2E-FDBA-6BDC-C90D-0846E35727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6715-1ABA-467E-807F-007036969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942639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35FD557-C4AD-6B4D-20E8-6FD5C4193BC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C0313DC-3CFC-31DD-1832-5234E7A673B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8E84E9-2628-BD38-9D66-2AB741B2893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CD66692-388A-431E-AE5D-309E31E2A9D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2320C43-1147-4EFF-B0BB-361EBB4817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E990F6-3134-21FD-6DCF-4AAF33E3C7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5E16715-1ABA-467E-807F-007036969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81182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8DCFC072-5358-0BE4-3503-9062BBE60B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3B72AD-0CFB-4B8E-19CC-23EA73886DD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8C5FE37-7E51-713C-E485-0634041EBE1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CD66692-388A-431E-AE5D-309E31E2A9D8}" type="datetimeFigureOut">
              <a:rPr lang="en-US" smtClean="0"/>
              <a:t>12/14/2025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BB77432-C1FB-6CA1-4D1C-0B79ABA3916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510EEF9-5A7C-31E8-3EC4-B0060993ED7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5E16715-1ABA-467E-807F-0070369693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07532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E04D74-BBB5-8DA2-C570-5CF2191C1A0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Homelessness &amp; Geographic Crosswalks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E76DE1-D2F2-558F-49A3-69A59C20AAA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9096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A69A54-C6A2-EB10-49C1-2BE6CD608F8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Annual Homelessness Assessment Report (AHAR) to Congress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47AEFC4-00F3-3774-CC0D-AE2D0DD7FDB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Mandated by Congress in 2001</a:t>
            </a:r>
          </a:p>
          <a:p>
            <a:r>
              <a:rPr lang="en-US" dirty="0"/>
              <a:t>Began in 2007</a:t>
            </a:r>
          </a:p>
          <a:p>
            <a:pPr lvl="1"/>
            <a:r>
              <a:rPr lang="en-US" dirty="0"/>
              <a:t>Reliable data in 2011</a:t>
            </a:r>
          </a:p>
          <a:p>
            <a:r>
              <a:rPr lang="en-US" dirty="0"/>
              <a:t>Basic Geographic Unit: Continuum of Care</a:t>
            </a:r>
          </a:p>
          <a:p>
            <a:r>
              <a:rPr lang="en-US" dirty="0"/>
              <a:t>Part 1: Point in Time (PIT) Counts</a:t>
            </a:r>
          </a:p>
          <a:p>
            <a:pPr lvl="1"/>
            <a:r>
              <a:rPr lang="en-US" dirty="0"/>
              <a:t>Collected on a single night in late January</a:t>
            </a:r>
          </a:p>
          <a:p>
            <a:pPr lvl="1"/>
            <a:r>
              <a:rPr lang="en-US" dirty="0"/>
              <a:t>Methodology varied by location</a:t>
            </a:r>
          </a:p>
          <a:p>
            <a:r>
              <a:rPr lang="en-US" dirty="0"/>
              <a:t>Part 2: Housing Inventory Count </a:t>
            </a:r>
          </a:p>
        </p:txBody>
      </p:sp>
    </p:spTree>
    <p:extLst>
      <p:ext uri="{BB962C8B-B14F-4D97-AF65-F5344CB8AC3E}">
        <p14:creationId xmlns:p14="http://schemas.microsoft.com/office/powerpoint/2010/main" val="320524481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899267-0971-08CB-763F-60B9A1638C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 CoC?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C0E0F03-3C99-9859-834B-FCEE8B2FF42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3016827" cy="4351338"/>
          </a:xfrm>
        </p:spPr>
        <p:txBody>
          <a:bodyPr>
            <a:normAutofit/>
          </a:bodyPr>
          <a:lstStyle/>
          <a:p>
            <a:r>
              <a:rPr lang="en-US" sz="2400" dirty="0"/>
              <a:t>“local planning bodies responsible for coordinating the full range of homelessness services in a geographic area, which may cover a city, county, metropolitan area, or an entire state.” (AHAR Part 1, 2024)</a:t>
            </a:r>
          </a:p>
        </p:txBody>
      </p:sp>
      <p:pic>
        <p:nvPicPr>
          <p:cNvPr id="5" name="Picture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487EDDCD-FB19-23CA-7574-6368E9A5BD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47134" y="1485900"/>
            <a:ext cx="6296477" cy="356576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482354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177BE5-B340-B55A-1E44-8E4457658B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PIT Data Trends</a:t>
            </a:r>
          </a:p>
        </p:txBody>
      </p:sp>
      <p:pic>
        <p:nvPicPr>
          <p:cNvPr id="5" name="Content Placeholder 4" descr="A graph of a number of people experiencing homelessness&#10;&#10;AI-generated content may be incorrect.">
            <a:extLst>
              <a:ext uri="{FF2B5EF4-FFF2-40B4-BE49-F238E27FC236}">
                <a16:creationId xmlns:a16="http://schemas.microsoft.com/office/drawing/2014/main" id="{7F1542EA-A363-B0A4-B9CC-5EB2F70E211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028902" y="1825625"/>
            <a:ext cx="8134195" cy="43513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7578825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CF5664-586D-6279-0EFD-2EC8FEF76F1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Putting the Data in Context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D32E0C-F36D-EFBF-6E72-961BC537EBE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CoCs vary wildly in size</a:t>
            </a:r>
          </a:p>
          <a:p>
            <a:r>
              <a:rPr lang="en-US" dirty="0"/>
              <a:t>Hard to know the exact populations</a:t>
            </a:r>
          </a:p>
          <a:p>
            <a:r>
              <a:rPr lang="en-US" dirty="0"/>
              <a:t>The solution: a crosswalk</a:t>
            </a:r>
          </a:p>
          <a:p>
            <a:pPr lvl="1"/>
            <a:r>
              <a:rPr lang="en-US" dirty="0"/>
              <a:t>Match counties to CoCs</a:t>
            </a:r>
          </a:p>
          <a:p>
            <a:pPr lvl="1"/>
            <a:r>
              <a:rPr lang="en-US" dirty="0"/>
              <a:t>Get population and other data from ACS</a:t>
            </a:r>
          </a:p>
        </p:txBody>
      </p:sp>
    </p:spTree>
    <p:extLst>
      <p:ext uri="{BB962C8B-B14F-4D97-AF65-F5344CB8AC3E}">
        <p14:creationId xmlns:p14="http://schemas.microsoft.com/office/powerpoint/2010/main" val="22064055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0E3E1C-7E55-C91A-7AF4-AB6EBE70B1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Geographic Crosswalk: How it works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3C09508-7912-C887-B05D-931F51DA79B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15234"/>
            <a:ext cx="10515600" cy="4351338"/>
          </a:xfrm>
        </p:spPr>
        <p:txBody>
          <a:bodyPr/>
          <a:lstStyle/>
          <a:p>
            <a:r>
              <a:rPr lang="en-US" dirty="0"/>
              <a:t>Uses centroids to match census tracts (include picture of centroids?)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7321082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7E974B-55BE-CED0-62A6-9A0D3BC79A8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Results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50A98F1-29D8-7B28-7AF0-6D4CB4F8BD2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Picture 4" descr="A map of the united states&#10;&#10;AI-generated content may be incorrect.">
            <a:extLst>
              <a:ext uri="{FF2B5EF4-FFF2-40B4-BE49-F238E27FC236}">
                <a16:creationId xmlns:a16="http://schemas.microsoft.com/office/drawing/2014/main" id="{5895CFC1-D819-000C-2DAC-14FE7016AEE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94293" y="1825625"/>
            <a:ext cx="8233065" cy="40340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518964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160</Words>
  <Application>Microsoft Office PowerPoint</Application>
  <PresentationFormat>Widescreen</PresentationFormat>
  <Paragraphs>22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Theme</vt:lpstr>
      <vt:lpstr>Homelessness &amp; Geographic Crosswalks</vt:lpstr>
      <vt:lpstr>Annual Homelessness Assessment Report (AHAR) to Congress </vt:lpstr>
      <vt:lpstr>What is a CoC?</vt:lpstr>
      <vt:lpstr>PIT Data Trends</vt:lpstr>
      <vt:lpstr>Putting the Data in Context</vt:lpstr>
      <vt:lpstr>Geographic Crosswalk: How it works</vt:lpstr>
      <vt:lpstr>Results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Furth, Emma J</dc:creator>
  <cp:lastModifiedBy>Furth, Emma J</cp:lastModifiedBy>
  <cp:revision>4</cp:revision>
  <dcterms:created xsi:type="dcterms:W3CDTF">2025-12-09T20:58:45Z</dcterms:created>
  <dcterms:modified xsi:type="dcterms:W3CDTF">2025-12-15T02:35:13Z</dcterms:modified>
</cp:coreProperties>
</file>